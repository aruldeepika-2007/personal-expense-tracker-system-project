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5E1EE-D6A4-AA62-C95D-C944EDC9E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115" y="783772"/>
            <a:ext cx="7772400" cy="1741714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PERSONAL EXPENSE TRACKER SYSTEM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6D490-EBDA-ABF7-8446-849EA9200D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BY:ARUL DEEPIKA.A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AIDS-A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3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B74CDC-3A6B-9E88-7EE7-B74FF026E1E9}"/>
              </a:ext>
            </a:extLst>
          </p:cNvPr>
          <p:cNvSpPr txBox="1"/>
          <p:nvPr/>
        </p:nvSpPr>
        <p:spPr>
          <a:xfrm>
            <a:off x="1600200" y="664029"/>
            <a:ext cx="7543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u="sng" dirty="0">
                <a:latin typeface="Algerian" panose="04020705040A02060702" pitchFamily="82" charset="0"/>
              </a:rPr>
              <a:t>Introduction </a:t>
            </a:r>
            <a:r>
              <a:rPr lang="en-IN" sz="3200" b="1" dirty="0"/>
              <a:t>       </a:t>
            </a:r>
          </a:p>
          <a:p>
            <a:endParaRPr lang="en-IN" sz="3200" b="1" dirty="0"/>
          </a:p>
          <a:p>
            <a:endParaRPr lang="en-IN" sz="3200" b="1" dirty="0"/>
          </a:p>
          <a:p>
            <a:endParaRPr lang="en-IN" sz="3200" b="1" dirty="0"/>
          </a:p>
          <a:p>
            <a:r>
              <a:rPr lang="en-IN" sz="3200" dirty="0"/>
              <a:t>Personal Expense Tracker is used to manage daily expenses. </a:t>
            </a:r>
          </a:p>
          <a:p>
            <a:r>
              <a:rPr lang="en-IN" sz="3200" dirty="0"/>
              <a:t>It helps users record and monitor spending. </a:t>
            </a:r>
          </a:p>
          <a:p>
            <a:r>
              <a:rPr lang="en-IN" sz="3200" dirty="0"/>
              <a:t>Makes financial planning easier.</a:t>
            </a:r>
          </a:p>
          <a:p>
            <a:endParaRPr lang="en-IN" sz="3200" u="sng" dirty="0"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711781-913A-3C10-B329-00B49D716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5063" y="2168460"/>
            <a:ext cx="2514729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0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1F9C8-53F0-4944-9FC6-B0006B8CD0AF}"/>
              </a:ext>
            </a:extLst>
          </p:cNvPr>
          <p:cNvSpPr txBox="1"/>
          <p:nvPr/>
        </p:nvSpPr>
        <p:spPr>
          <a:xfrm>
            <a:off x="2569028" y="1578429"/>
            <a:ext cx="88065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Algerian" panose="04020705040A02060702" pitchFamily="82" charset="0"/>
              </a:rPr>
              <a:t>Problem Statement</a:t>
            </a:r>
          </a:p>
          <a:p>
            <a:endParaRPr lang="en-IN" sz="2800" b="1" dirty="0"/>
          </a:p>
          <a:p>
            <a:endParaRPr lang="en-IN" sz="2800" b="1" dirty="0"/>
          </a:p>
          <a:p>
            <a:r>
              <a:rPr lang="en-IN" sz="2800" dirty="0"/>
              <a:t>Difficult to track daily expenses manually. </a:t>
            </a:r>
          </a:p>
          <a:p>
            <a:r>
              <a:rPr lang="en-IN" sz="2800" dirty="0"/>
              <a:t>People may overspend without knowing. </a:t>
            </a:r>
          </a:p>
          <a:p>
            <a:r>
              <a:rPr lang="en-IN" sz="2800" dirty="0"/>
              <a:t>Need a simple digital solution.</a:t>
            </a:r>
          </a:p>
          <a:p>
            <a:endParaRPr lang="en-IN" sz="2800" dirty="0">
              <a:latin typeface="Arial Rounded MT Bold" panose="020F07040305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9EDF0A-36B1-0417-2B4D-9CD107ED7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885" y="317889"/>
            <a:ext cx="3187864" cy="2521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21AF08-81A8-493B-F484-923C265F9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642" y="4025382"/>
            <a:ext cx="2495678" cy="251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846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FB2C9F-100B-6E14-6E38-4D3A7CFD0A9B}"/>
              </a:ext>
            </a:extLst>
          </p:cNvPr>
          <p:cNvSpPr txBox="1"/>
          <p:nvPr/>
        </p:nvSpPr>
        <p:spPr>
          <a:xfrm>
            <a:off x="1981200" y="276722"/>
            <a:ext cx="760911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lgerian" panose="04020705040A02060702" pitchFamily="82" charset="0"/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Track daily expenses.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Categorize spending.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Improve money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Generate expense summaries.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85E3C7-DCD5-D22C-C5C2-B449609BE1AD}"/>
              </a:ext>
            </a:extLst>
          </p:cNvPr>
          <p:cNvSpPr txBox="1"/>
          <p:nvPr/>
        </p:nvSpPr>
        <p:spPr>
          <a:xfrm>
            <a:off x="2166256" y="405289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Frontend: </a:t>
            </a:r>
            <a:r>
              <a:rPr lang="en-IN" sz="3200" dirty="0" err="1"/>
              <a:t>HTML,CSS,Javascript</a:t>
            </a:r>
            <a:endParaRPr lang="en-IN" sz="3200" dirty="0"/>
          </a:p>
          <a:p>
            <a:r>
              <a:rPr lang="en-IN" sz="3200" dirty="0" err="1"/>
              <a:t>Backend:Java</a:t>
            </a:r>
            <a:endParaRPr lang="en-IN" sz="3200" dirty="0"/>
          </a:p>
          <a:p>
            <a:r>
              <a:rPr lang="en-IN" sz="3200" dirty="0" err="1"/>
              <a:t>Database:MySQL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D39C35-7FA3-2E17-2BB1-F781CDD5D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9" y="276722"/>
            <a:ext cx="4419601" cy="649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1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CDEBEC-C856-3DE4-9400-3C5A6137ED03}"/>
              </a:ext>
            </a:extLst>
          </p:cNvPr>
          <p:cNvSpPr txBox="1"/>
          <p:nvPr/>
        </p:nvSpPr>
        <p:spPr>
          <a:xfrm>
            <a:off x="1872343" y="1977909"/>
            <a:ext cx="6096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Modules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+mj-lt"/>
              <a:buAutoNum type="arabicPeriod"/>
            </a:pPr>
            <a:r>
              <a:rPr lang="en-IN" sz="3200" dirty="0"/>
              <a:t>Add Expense 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View Expense 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Edit Expense 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Delete Expense </a:t>
            </a:r>
          </a:p>
          <a:p>
            <a:pPr>
              <a:buFont typeface="+mj-lt"/>
              <a:buAutoNum type="arabicPeriod"/>
            </a:pPr>
            <a:r>
              <a:rPr lang="en-IN" sz="3200" dirty="0"/>
              <a:t>Monthly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372E49-2444-A284-F4C8-409A91316DEE}"/>
              </a:ext>
            </a:extLst>
          </p:cNvPr>
          <p:cNvSpPr txBox="1"/>
          <p:nvPr/>
        </p:nvSpPr>
        <p:spPr>
          <a:xfrm>
            <a:off x="7151914" y="2116408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Advantages</a:t>
            </a:r>
          </a:p>
          <a:p>
            <a:pPr>
              <a:buNone/>
            </a:pPr>
            <a:endParaRPr lang="en-IN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Easy expense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Better financial planning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Time saving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Organized records</a:t>
            </a:r>
          </a:p>
        </p:txBody>
      </p:sp>
    </p:spTree>
    <p:extLst>
      <p:ext uri="{BB962C8B-B14F-4D97-AF65-F5344CB8AC3E}">
        <p14:creationId xmlns:p14="http://schemas.microsoft.com/office/powerpoint/2010/main" val="255880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979657-7A35-0FC4-7072-2F848AC4F46F}"/>
              </a:ext>
            </a:extLst>
          </p:cNvPr>
          <p:cNvSpPr txBox="1"/>
          <p:nvPr/>
        </p:nvSpPr>
        <p:spPr>
          <a:xfrm>
            <a:off x="1426029" y="729343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USE CASE DIAGRAM &amp;ER DIAGRAM</a:t>
            </a:r>
            <a:endParaRPr lang="en-IN" sz="28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CCDD4F-0225-1390-E9B8-5A5F47962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871" y="1491343"/>
            <a:ext cx="7168243" cy="477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956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1470</TotalTime>
  <Words>113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Arial Rounded MT Bold</vt:lpstr>
      <vt:lpstr>Corbel</vt:lpstr>
      <vt:lpstr>Parallax</vt:lpstr>
      <vt:lpstr>PERSONAL EXPENSE TRACKER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25aidsaruldeepikaavsb_aids</dc:creator>
  <cp:lastModifiedBy>arul deepika</cp:lastModifiedBy>
  <cp:revision>2</cp:revision>
  <dcterms:created xsi:type="dcterms:W3CDTF">2026-06-06T03:46:00Z</dcterms:created>
  <dcterms:modified xsi:type="dcterms:W3CDTF">2026-06-26T06:22:09Z</dcterms:modified>
</cp:coreProperties>
</file>